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5" r:id="rId7"/>
    <p:sldId id="262" r:id="rId8"/>
    <p:sldId id="263" r:id="rId9"/>
    <p:sldId id="264" r:id="rId10"/>
    <p:sldId id="25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95ECCF-37DC-4567-90E7-AFD7F096F76F}" v="15" dt="2024-12-18T14:13:47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Galan Rodriguez" userId="766a5564-76aa-4a02-bdfc-63467ba1f3aa" providerId="ADAL" clId="{E995ECCF-37DC-4567-90E7-AFD7F096F76F}"/>
    <pc:docChg chg="undo custSel addSld delSld modSld">
      <pc:chgData name="Jorge Galan Rodriguez" userId="766a5564-76aa-4a02-bdfc-63467ba1f3aa" providerId="ADAL" clId="{E995ECCF-37DC-4567-90E7-AFD7F096F76F}" dt="2024-12-18T14:17:34.824" v="1802" actId="20577"/>
      <pc:docMkLst>
        <pc:docMk/>
      </pc:docMkLst>
      <pc:sldChg chg="addSp modSp mod setBg">
        <pc:chgData name="Jorge Galan Rodriguez" userId="766a5564-76aa-4a02-bdfc-63467ba1f3aa" providerId="ADAL" clId="{E995ECCF-37DC-4567-90E7-AFD7F096F76F}" dt="2024-12-17T18:53:35.296" v="135" actId="121"/>
        <pc:sldMkLst>
          <pc:docMk/>
          <pc:sldMk cId="2584109218" sldId="256"/>
        </pc:sldMkLst>
        <pc:spChg chg="mod">
          <ac:chgData name="Jorge Galan Rodriguez" userId="766a5564-76aa-4a02-bdfc-63467ba1f3aa" providerId="ADAL" clId="{E995ECCF-37DC-4567-90E7-AFD7F096F76F}" dt="2024-12-17T18:45:00.985" v="67" actId="255"/>
          <ac:spMkLst>
            <pc:docMk/>
            <pc:sldMk cId="2584109218" sldId="256"/>
            <ac:spMk id="2" creationId="{9FF2B0E5-EF35-4E53-AFC7-6A8D111CA791}"/>
          </ac:spMkLst>
        </pc:spChg>
        <pc:spChg chg="mod">
          <ac:chgData name="Jorge Galan Rodriguez" userId="766a5564-76aa-4a02-bdfc-63467ba1f3aa" providerId="ADAL" clId="{E995ECCF-37DC-4567-90E7-AFD7F096F76F}" dt="2024-12-17T18:53:35.296" v="135" actId="121"/>
          <ac:spMkLst>
            <pc:docMk/>
            <pc:sldMk cId="2584109218" sldId="256"/>
            <ac:spMk id="3" creationId="{01FAB568-D9F7-DA65-A5A0-401DCB554AFE}"/>
          </ac:spMkLst>
        </pc:spChg>
        <pc:picChg chg="add mod ord">
          <ac:chgData name="Jorge Galan Rodriguez" userId="766a5564-76aa-4a02-bdfc-63467ba1f3aa" providerId="ADAL" clId="{E995ECCF-37DC-4567-90E7-AFD7F096F76F}" dt="2024-12-17T18:42:58.800" v="3" actId="26606"/>
          <ac:picMkLst>
            <pc:docMk/>
            <pc:sldMk cId="2584109218" sldId="256"/>
            <ac:picMk id="4" creationId="{F1F8DECA-633C-4756-D459-F47E17AB4F81}"/>
          </ac:picMkLst>
        </pc:picChg>
      </pc:sldChg>
      <pc:sldChg chg="addSp modSp new mod">
        <pc:chgData name="Jorge Galan Rodriguez" userId="766a5564-76aa-4a02-bdfc-63467ba1f3aa" providerId="ADAL" clId="{E995ECCF-37DC-4567-90E7-AFD7F096F76F}" dt="2024-12-18T14:01:46.462" v="1490" actId="1076"/>
        <pc:sldMkLst>
          <pc:docMk/>
          <pc:sldMk cId="371928144" sldId="257"/>
        </pc:sldMkLst>
        <pc:spChg chg="mod">
          <ac:chgData name="Jorge Galan Rodriguez" userId="766a5564-76aa-4a02-bdfc-63467ba1f3aa" providerId="ADAL" clId="{E995ECCF-37DC-4567-90E7-AFD7F096F76F}" dt="2024-12-17T18:57:27.705" v="163" actId="122"/>
          <ac:spMkLst>
            <pc:docMk/>
            <pc:sldMk cId="371928144" sldId="257"/>
            <ac:spMk id="2" creationId="{79A5F2D5-EBD0-2348-217D-2F6A0DE9CC6A}"/>
          </ac:spMkLst>
        </pc:spChg>
        <pc:spChg chg="mod">
          <ac:chgData name="Jorge Galan Rodriguez" userId="766a5564-76aa-4a02-bdfc-63467ba1f3aa" providerId="ADAL" clId="{E995ECCF-37DC-4567-90E7-AFD7F096F76F}" dt="2024-12-18T14:01:39.449" v="1488" actId="20577"/>
          <ac:spMkLst>
            <pc:docMk/>
            <pc:sldMk cId="371928144" sldId="257"/>
            <ac:spMk id="3" creationId="{96504C29-62AF-0416-50C9-397F88C0A93B}"/>
          </ac:spMkLst>
        </pc:spChg>
        <pc:picChg chg="add mod">
          <ac:chgData name="Jorge Galan Rodriguez" userId="766a5564-76aa-4a02-bdfc-63467ba1f3aa" providerId="ADAL" clId="{E995ECCF-37DC-4567-90E7-AFD7F096F76F}" dt="2024-12-18T14:01:46.462" v="1490" actId="1076"/>
          <ac:picMkLst>
            <pc:docMk/>
            <pc:sldMk cId="371928144" sldId="257"/>
            <ac:picMk id="5" creationId="{078B9531-9369-0CE5-AB07-C3ADACF1F22B}"/>
          </ac:picMkLst>
        </pc:picChg>
      </pc:sldChg>
      <pc:sldChg chg="modSp new mod">
        <pc:chgData name="Jorge Galan Rodriguez" userId="766a5564-76aa-4a02-bdfc-63467ba1f3aa" providerId="ADAL" clId="{E995ECCF-37DC-4567-90E7-AFD7F096F76F}" dt="2024-12-18T14:17:34.824" v="1802" actId="20577"/>
        <pc:sldMkLst>
          <pc:docMk/>
          <pc:sldMk cId="2353176026" sldId="258"/>
        </pc:sldMkLst>
        <pc:spChg chg="mod">
          <ac:chgData name="Jorge Galan Rodriguez" userId="766a5564-76aa-4a02-bdfc-63467ba1f3aa" providerId="ADAL" clId="{E995ECCF-37DC-4567-90E7-AFD7F096F76F}" dt="2024-12-17T19:12:06.767" v="822" actId="20577"/>
          <ac:spMkLst>
            <pc:docMk/>
            <pc:sldMk cId="2353176026" sldId="258"/>
            <ac:spMk id="2" creationId="{24524477-DA9D-C41E-CC28-54D1A1A87C73}"/>
          </ac:spMkLst>
        </pc:spChg>
        <pc:spChg chg="mod">
          <ac:chgData name="Jorge Galan Rodriguez" userId="766a5564-76aa-4a02-bdfc-63467ba1f3aa" providerId="ADAL" clId="{E995ECCF-37DC-4567-90E7-AFD7F096F76F}" dt="2024-12-18T14:17:34.824" v="1802" actId="20577"/>
          <ac:spMkLst>
            <pc:docMk/>
            <pc:sldMk cId="2353176026" sldId="258"/>
            <ac:spMk id="3" creationId="{906EE8F6-AF98-E94E-F721-CC66CDABAA1A}"/>
          </ac:spMkLst>
        </pc:spChg>
      </pc:sldChg>
      <pc:sldChg chg="addSp modSp add mod">
        <pc:chgData name="Jorge Galan Rodriguez" userId="766a5564-76aa-4a02-bdfc-63467ba1f3aa" providerId="ADAL" clId="{E995ECCF-37DC-4567-90E7-AFD7F096F76F}" dt="2024-12-18T14:03:13.422" v="1500" actId="1076"/>
        <pc:sldMkLst>
          <pc:docMk/>
          <pc:sldMk cId="3366174158" sldId="259"/>
        </pc:sldMkLst>
        <pc:spChg chg="mod">
          <ac:chgData name="Jorge Galan Rodriguez" userId="766a5564-76aa-4a02-bdfc-63467ba1f3aa" providerId="ADAL" clId="{E995ECCF-37DC-4567-90E7-AFD7F096F76F}" dt="2024-12-18T14:02:51.447" v="1498" actId="20577"/>
          <ac:spMkLst>
            <pc:docMk/>
            <pc:sldMk cId="3366174158" sldId="259"/>
            <ac:spMk id="3" creationId="{1F12A7CC-89C7-4A44-0994-A6096FB7625D}"/>
          </ac:spMkLst>
        </pc:spChg>
        <pc:picChg chg="add mod">
          <ac:chgData name="Jorge Galan Rodriguez" userId="766a5564-76aa-4a02-bdfc-63467ba1f3aa" providerId="ADAL" clId="{E995ECCF-37DC-4567-90E7-AFD7F096F76F}" dt="2024-12-18T14:03:13.422" v="1500" actId="1076"/>
          <ac:picMkLst>
            <pc:docMk/>
            <pc:sldMk cId="3366174158" sldId="259"/>
            <ac:picMk id="4" creationId="{29D1B2E5-A079-34D1-A3A6-0919895DD4CC}"/>
          </ac:picMkLst>
        </pc:picChg>
      </pc:sldChg>
      <pc:sldChg chg="addSp modSp add mod setBg setClrOvrMap">
        <pc:chgData name="Jorge Galan Rodriguez" userId="766a5564-76aa-4a02-bdfc-63467ba1f3aa" providerId="ADAL" clId="{E995ECCF-37DC-4567-90E7-AFD7F096F76F}" dt="2024-12-18T14:04:54.330" v="1515" actId="20577"/>
        <pc:sldMkLst>
          <pc:docMk/>
          <pc:sldMk cId="4056223005" sldId="260"/>
        </pc:sldMkLst>
        <pc:spChg chg="mod">
          <ac:chgData name="Jorge Galan Rodriguez" userId="766a5564-76aa-4a02-bdfc-63467ba1f3aa" providerId="ADAL" clId="{E995ECCF-37DC-4567-90E7-AFD7F096F76F}" dt="2024-12-18T14:04:38.228" v="1509" actId="26606"/>
          <ac:spMkLst>
            <pc:docMk/>
            <pc:sldMk cId="4056223005" sldId="260"/>
            <ac:spMk id="2" creationId="{A9445F7A-C24F-AE27-46AD-72C522CE8CD6}"/>
          </ac:spMkLst>
        </pc:spChg>
        <pc:spChg chg="mod">
          <ac:chgData name="Jorge Galan Rodriguez" userId="766a5564-76aa-4a02-bdfc-63467ba1f3aa" providerId="ADAL" clId="{E995ECCF-37DC-4567-90E7-AFD7F096F76F}" dt="2024-12-18T14:04:54.330" v="1515" actId="20577"/>
          <ac:spMkLst>
            <pc:docMk/>
            <pc:sldMk cId="4056223005" sldId="260"/>
            <ac:spMk id="3" creationId="{1884B6EB-E738-3002-0936-8699F94CBFA9}"/>
          </ac:spMkLst>
        </pc:spChg>
        <pc:spChg chg="add">
          <ac:chgData name="Jorge Galan Rodriguez" userId="766a5564-76aa-4a02-bdfc-63467ba1f3aa" providerId="ADAL" clId="{E995ECCF-37DC-4567-90E7-AFD7F096F76F}" dt="2024-12-18T14:04:38.228" v="1509" actId="26606"/>
          <ac:spMkLst>
            <pc:docMk/>
            <pc:sldMk cId="4056223005" sldId="260"/>
            <ac:spMk id="9" creationId="{1FDFF85F-F105-40D5-9793-90419158C3BD}"/>
          </ac:spMkLst>
        </pc:spChg>
        <pc:spChg chg="add">
          <ac:chgData name="Jorge Galan Rodriguez" userId="766a5564-76aa-4a02-bdfc-63467ba1f3aa" providerId="ADAL" clId="{E995ECCF-37DC-4567-90E7-AFD7F096F76F}" dt="2024-12-18T14:04:38.228" v="1509" actId="26606"/>
          <ac:spMkLst>
            <pc:docMk/>
            <pc:sldMk cId="4056223005" sldId="260"/>
            <ac:spMk id="11" creationId="{35AB47A4-BA8C-4250-88BD-D49C68C5F9E9}"/>
          </ac:spMkLst>
        </pc:spChg>
        <pc:picChg chg="add mod">
          <ac:chgData name="Jorge Galan Rodriguez" userId="766a5564-76aa-4a02-bdfc-63467ba1f3aa" providerId="ADAL" clId="{E995ECCF-37DC-4567-90E7-AFD7F096F76F}" dt="2024-12-18T14:04:38.228" v="1509" actId="26606"/>
          <ac:picMkLst>
            <pc:docMk/>
            <pc:sldMk cId="4056223005" sldId="260"/>
            <ac:picMk id="4" creationId="{3D0B8586-9FD3-6196-D6DB-1B67F821CF4A}"/>
          </ac:picMkLst>
        </pc:picChg>
        <pc:picChg chg="add">
          <ac:chgData name="Jorge Galan Rodriguez" userId="766a5564-76aa-4a02-bdfc-63467ba1f3aa" providerId="ADAL" clId="{E995ECCF-37DC-4567-90E7-AFD7F096F76F}" dt="2024-12-18T14:04:38.228" v="1509" actId="26606"/>
          <ac:picMkLst>
            <pc:docMk/>
            <pc:sldMk cId="4056223005" sldId="260"/>
            <ac:picMk id="13" creationId="{66C8958D-EB99-414F-B735-863B67BB14D3}"/>
          </ac:picMkLst>
        </pc:picChg>
        <pc:picChg chg="add">
          <ac:chgData name="Jorge Galan Rodriguez" userId="766a5564-76aa-4a02-bdfc-63467ba1f3aa" providerId="ADAL" clId="{E995ECCF-37DC-4567-90E7-AFD7F096F76F}" dt="2024-12-18T14:04:38.228" v="1509" actId="26606"/>
          <ac:picMkLst>
            <pc:docMk/>
            <pc:sldMk cId="4056223005" sldId="260"/>
            <ac:picMk id="15" creationId="{39E5F3CB-7BDD-4E64-B274-CD900F08C6F3}"/>
          </ac:picMkLst>
        </pc:picChg>
      </pc:sldChg>
      <pc:sldChg chg="addSp modSp add mod setBg setClrOvrMap">
        <pc:chgData name="Jorge Galan Rodriguez" userId="766a5564-76aa-4a02-bdfc-63467ba1f3aa" providerId="ADAL" clId="{E995ECCF-37DC-4567-90E7-AFD7F096F76F}" dt="2024-12-18T14:05:35.132" v="1524" actId="26606"/>
        <pc:sldMkLst>
          <pc:docMk/>
          <pc:sldMk cId="277441606" sldId="261"/>
        </pc:sldMkLst>
        <pc:spChg chg="mod">
          <ac:chgData name="Jorge Galan Rodriguez" userId="766a5564-76aa-4a02-bdfc-63467ba1f3aa" providerId="ADAL" clId="{E995ECCF-37DC-4567-90E7-AFD7F096F76F}" dt="2024-12-18T14:05:35.132" v="1524" actId="26606"/>
          <ac:spMkLst>
            <pc:docMk/>
            <pc:sldMk cId="277441606" sldId="261"/>
            <ac:spMk id="2" creationId="{4AE6CB36-969A-A46E-77BC-CDD21C1E60C0}"/>
          </ac:spMkLst>
        </pc:spChg>
        <pc:spChg chg="mod">
          <ac:chgData name="Jorge Galan Rodriguez" userId="766a5564-76aa-4a02-bdfc-63467ba1f3aa" providerId="ADAL" clId="{E995ECCF-37DC-4567-90E7-AFD7F096F76F}" dt="2024-12-18T14:05:35.132" v="1524" actId="26606"/>
          <ac:spMkLst>
            <pc:docMk/>
            <pc:sldMk cId="277441606" sldId="261"/>
            <ac:spMk id="3" creationId="{58AFEBB4-D8A9-B8FA-431D-92517206BE61}"/>
          </ac:spMkLst>
        </pc:spChg>
        <pc:spChg chg="add">
          <ac:chgData name="Jorge Galan Rodriguez" userId="766a5564-76aa-4a02-bdfc-63467ba1f3aa" providerId="ADAL" clId="{E995ECCF-37DC-4567-90E7-AFD7F096F76F}" dt="2024-12-18T14:05:35.132" v="1524" actId="26606"/>
          <ac:spMkLst>
            <pc:docMk/>
            <pc:sldMk cId="277441606" sldId="261"/>
            <ac:spMk id="9" creationId="{1FDFF85F-F105-40D5-9793-90419158C3BD}"/>
          </ac:spMkLst>
        </pc:spChg>
        <pc:spChg chg="add">
          <ac:chgData name="Jorge Galan Rodriguez" userId="766a5564-76aa-4a02-bdfc-63467ba1f3aa" providerId="ADAL" clId="{E995ECCF-37DC-4567-90E7-AFD7F096F76F}" dt="2024-12-18T14:05:35.132" v="1524" actId="26606"/>
          <ac:spMkLst>
            <pc:docMk/>
            <pc:sldMk cId="277441606" sldId="261"/>
            <ac:spMk id="11" creationId="{35AB47A4-BA8C-4250-88BD-D49C68C5F9E9}"/>
          </ac:spMkLst>
        </pc:spChg>
        <pc:picChg chg="add mod">
          <ac:chgData name="Jorge Galan Rodriguez" userId="766a5564-76aa-4a02-bdfc-63467ba1f3aa" providerId="ADAL" clId="{E995ECCF-37DC-4567-90E7-AFD7F096F76F}" dt="2024-12-18T14:05:35.132" v="1524" actId="26606"/>
          <ac:picMkLst>
            <pc:docMk/>
            <pc:sldMk cId="277441606" sldId="261"/>
            <ac:picMk id="4" creationId="{02CCB6A7-7A86-8FA3-F743-1344E2A6E2C0}"/>
          </ac:picMkLst>
        </pc:picChg>
        <pc:picChg chg="add">
          <ac:chgData name="Jorge Galan Rodriguez" userId="766a5564-76aa-4a02-bdfc-63467ba1f3aa" providerId="ADAL" clId="{E995ECCF-37DC-4567-90E7-AFD7F096F76F}" dt="2024-12-18T14:05:35.132" v="1524" actId="26606"/>
          <ac:picMkLst>
            <pc:docMk/>
            <pc:sldMk cId="277441606" sldId="261"/>
            <ac:picMk id="13" creationId="{66C8958D-EB99-414F-B735-863B67BB14D3}"/>
          </ac:picMkLst>
        </pc:picChg>
        <pc:picChg chg="add">
          <ac:chgData name="Jorge Galan Rodriguez" userId="766a5564-76aa-4a02-bdfc-63467ba1f3aa" providerId="ADAL" clId="{E995ECCF-37DC-4567-90E7-AFD7F096F76F}" dt="2024-12-18T14:05:35.132" v="1524" actId="26606"/>
          <ac:picMkLst>
            <pc:docMk/>
            <pc:sldMk cId="277441606" sldId="261"/>
            <ac:picMk id="15" creationId="{39E5F3CB-7BDD-4E64-B274-CD900F08C6F3}"/>
          </ac:picMkLst>
        </pc:picChg>
      </pc:sldChg>
      <pc:sldChg chg="addSp delSp modSp add mod setBg">
        <pc:chgData name="Jorge Galan Rodriguez" userId="766a5564-76aa-4a02-bdfc-63467ba1f3aa" providerId="ADAL" clId="{E995ECCF-37DC-4567-90E7-AFD7F096F76F}" dt="2024-12-18T14:07:45.769" v="1558" actId="1076"/>
        <pc:sldMkLst>
          <pc:docMk/>
          <pc:sldMk cId="3465086527" sldId="262"/>
        </pc:sldMkLst>
        <pc:spChg chg="mod">
          <ac:chgData name="Jorge Galan Rodriguez" userId="766a5564-76aa-4a02-bdfc-63467ba1f3aa" providerId="ADAL" clId="{E995ECCF-37DC-4567-90E7-AFD7F096F76F}" dt="2024-12-18T14:07:23.977" v="1556"/>
          <ac:spMkLst>
            <pc:docMk/>
            <pc:sldMk cId="3465086527" sldId="262"/>
            <ac:spMk id="3" creationId="{8E064E8F-941E-8B18-896B-6B869A8617C1}"/>
          </ac:spMkLst>
        </pc:spChg>
        <pc:picChg chg="add del mod">
          <ac:chgData name="Jorge Galan Rodriguez" userId="766a5564-76aa-4a02-bdfc-63467ba1f3aa" providerId="ADAL" clId="{E995ECCF-37DC-4567-90E7-AFD7F096F76F}" dt="2024-12-18T14:06:37.377" v="1551" actId="478"/>
          <ac:picMkLst>
            <pc:docMk/>
            <pc:sldMk cId="3465086527" sldId="262"/>
            <ac:picMk id="4" creationId="{6BC24921-0485-3271-BFB3-2CB88574198C}"/>
          </ac:picMkLst>
        </pc:picChg>
        <pc:picChg chg="add mod">
          <ac:chgData name="Jorge Galan Rodriguez" userId="766a5564-76aa-4a02-bdfc-63467ba1f3aa" providerId="ADAL" clId="{E995ECCF-37DC-4567-90E7-AFD7F096F76F}" dt="2024-12-18T14:07:03.201" v="1555" actId="1076"/>
          <ac:picMkLst>
            <pc:docMk/>
            <pc:sldMk cId="3465086527" sldId="262"/>
            <ac:picMk id="5" creationId="{E7E5BBAC-6C8C-B021-1A2C-FC33AEF7C99A}"/>
          </ac:picMkLst>
        </pc:picChg>
        <pc:picChg chg="add mod">
          <ac:chgData name="Jorge Galan Rodriguez" userId="766a5564-76aa-4a02-bdfc-63467ba1f3aa" providerId="ADAL" clId="{E995ECCF-37DC-4567-90E7-AFD7F096F76F}" dt="2024-12-18T14:07:45.769" v="1558" actId="1076"/>
          <ac:picMkLst>
            <pc:docMk/>
            <pc:sldMk cId="3465086527" sldId="262"/>
            <ac:picMk id="6" creationId="{DB1C4EA5-9899-23CD-95DC-60C60F3AD0BE}"/>
          </ac:picMkLst>
        </pc:picChg>
      </pc:sldChg>
      <pc:sldChg chg="addSp modSp add mod setBg setClrOvrMap">
        <pc:chgData name="Jorge Galan Rodriguez" userId="766a5564-76aa-4a02-bdfc-63467ba1f3aa" providerId="ADAL" clId="{E995ECCF-37DC-4567-90E7-AFD7F096F76F}" dt="2024-12-18T14:15:48.078" v="1658" actId="11"/>
        <pc:sldMkLst>
          <pc:docMk/>
          <pc:sldMk cId="2363638317" sldId="263"/>
        </pc:sldMkLst>
        <pc:spChg chg="mod">
          <ac:chgData name="Jorge Galan Rodriguez" userId="766a5564-76aa-4a02-bdfc-63467ba1f3aa" providerId="ADAL" clId="{E995ECCF-37DC-4567-90E7-AFD7F096F76F}" dt="2024-12-18T14:08:19.816" v="1600" actId="26606"/>
          <ac:spMkLst>
            <pc:docMk/>
            <pc:sldMk cId="2363638317" sldId="263"/>
            <ac:spMk id="2" creationId="{09B05303-28AE-D4FF-112B-9EDEEADF96F2}"/>
          </ac:spMkLst>
        </pc:spChg>
        <pc:spChg chg="mod">
          <ac:chgData name="Jorge Galan Rodriguez" userId="766a5564-76aa-4a02-bdfc-63467ba1f3aa" providerId="ADAL" clId="{E995ECCF-37DC-4567-90E7-AFD7F096F76F}" dt="2024-12-18T14:15:48.078" v="1658" actId="11"/>
          <ac:spMkLst>
            <pc:docMk/>
            <pc:sldMk cId="2363638317" sldId="263"/>
            <ac:spMk id="3" creationId="{B68B8F71-5F07-EDA4-DA4B-3D5E15145C33}"/>
          </ac:spMkLst>
        </pc:spChg>
        <pc:spChg chg="add">
          <ac:chgData name="Jorge Galan Rodriguez" userId="766a5564-76aa-4a02-bdfc-63467ba1f3aa" providerId="ADAL" clId="{E995ECCF-37DC-4567-90E7-AFD7F096F76F}" dt="2024-12-18T14:08:19.816" v="1600" actId="26606"/>
          <ac:spMkLst>
            <pc:docMk/>
            <pc:sldMk cId="2363638317" sldId="263"/>
            <ac:spMk id="9" creationId="{03FFF8D3-2EF3-4286-935A-D01BE3C85333}"/>
          </ac:spMkLst>
        </pc:spChg>
        <pc:spChg chg="add">
          <ac:chgData name="Jorge Galan Rodriguez" userId="766a5564-76aa-4a02-bdfc-63467ba1f3aa" providerId="ADAL" clId="{E995ECCF-37DC-4567-90E7-AFD7F096F76F}" dt="2024-12-18T14:08:19.816" v="1600" actId="26606"/>
          <ac:spMkLst>
            <pc:docMk/>
            <pc:sldMk cId="2363638317" sldId="263"/>
            <ac:spMk id="13" creationId="{E6C57836-126B-4938-8C7A-3C3BCB59D383}"/>
          </ac:spMkLst>
        </pc:spChg>
        <pc:picChg chg="add mod">
          <ac:chgData name="Jorge Galan Rodriguez" userId="766a5564-76aa-4a02-bdfc-63467ba1f3aa" providerId="ADAL" clId="{E995ECCF-37DC-4567-90E7-AFD7F096F76F}" dt="2024-12-18T14:08:19.816" v="1600" actId="26606"/>
          <ac:picMkLst>
            <pc:docMk/>
            <pc:sldMk cId="2363638317" sldId="263"/>
            <ac:picMk id="4" creationId="{C4A2C2EC-A2E4-D5CB-0171-4B374C1D457A}"/>
          </ac:picMkLst>
        </pc:picChg>
        <pc:picChg chg="add">
          <ac:chgData name="Jorge Galan Rodriguez" userId="766a5564-76aa-4a02-bdfc-63467ba1f3aa" providerId="ADAL" clId="{E995ECCF-37DC-4567-90E7-AFD7F096F76F}" dt="2024-12-18T14:08:19.816" v="1600" actId="26606"/>
          <ac:picMkLst>
            <pc:docMk/>
            <pc:sldMk cId="2363638317" sldId="263"/>
            <ac:picMk id="11" creationId="{CD8CCB43-545E-4064-8BB8-5C492D0F5F57}"/>
          </ac:picMkLst>
        </pc:picChg>
      </pc:sldChg>
      <pc:sldChg chg="addSp modSp add mod setBg setClrOvrMap">
        <pc:chgData name="Jorge Galan Rodriguez" userId="766a5564-76aa-4a02-bdfc-63467ba1f3aa" providerId="ADAL" clId="{E995ECCF-37DC-4567-90E7-AFD7F096F76F}" dt="2024-12-18T14:16:20.192" v="1662" actId="1076"/>
        <pc:sldMkLst>
          <pc:docMk/>
          <pc:sldMk cId="3245803392" sldId="264"/>
        </pc:sldMkLst>
        <pc:spChg chg="mod">
          <ac:chgData name="Jorge Galan Rodriguez" userId="766a5564-76aa-4a02-bdfc-63467ba1f3aa" providerId="ADAL" clId="{E995ECCF-37DC-4567-90E7-AFD7F096F76F}" dt="2024-12-18T14:14:00.932" v="1656" actId="26606"/>
          <ac:spMkLst>
            <pc:docMk/>
            <pc:sldMk cId="3245803392" sldId="264"/>
            <ac:spMk id="2" creationId="{27A4A2D2-367F-7B2F-819B-93E45D157B57}"/>
          </ac:spMkLst>
        </pc:spChg>
        <pc:spChg chg="mod">
          <ac:chgData name="Jorge Galan Rodriguez" userId="766a5564-76aa-4a02-bdfc-63467ba1f3aa" providerId="ADAL" clId="{E995ECCF-37DC-4567-90E7-AFD7F096F76F}" dt="2024-12-18T14:16:14.665" v="1660" actId="11"/>
          <ac:spMkLst>
            <pc:docMk/>
            <pc:sldMk cId="3245803392" sldId="264"/>
            <ac:spMk id="3" creationId="{227F5FD4-EBA5-6C8B-EBBA-E1598C82C358}"/>
          </ac:spMkLst>
        </pc:spChg>
        <pc:spChg chg="add">
          <ac:chgData name="Jorge Galan Rodriguez" userId="766a5564-76aa-4a02-bdfc-63467ba1f3aa" providerId="ADAL" clId="{E995ECCF-37DC-4567-90E7-AFD7F096F76F}" dt="2024-12-18T14:14:00.932" v="1656" actId="26606"/>
          <ac:spMkLst>
            <pc:docMk/>
            <pc:sldMk cId="3245803392" sldId="264"/>
            <ac:spMk id="9" creationId="{03FFF8D3-2EF3-4286-935A-D01BE3C85333}"/>
          </ac:spMkLst>
        </pc:spChg>
        <pc:spChg chg="add">
          <ac:chgData name="Jorge Galan Rodriguez" userId="766a5564-76aa-4a02-bdfc-63467ba1f3aa" providerId="ADAL" clId="{E995ECCF-37DC-4567-90E7-AFD7F096F76F}" dt="2024-12-18T14:14:00.932" v="1656" actId="26606"/>
          <ac:spMkLst>
            <pc:docMk/>
            <pc:sldMk cId="3245803392" sldId="264"/>
            <ac:spMk id="13" creationId="{E6C57836-126B-4938-8C7A-3C3BCB59D383}"/>
          </ac:spMkLst>
        </pc:spChg>
        <pc:picChg chg="add mod">
          <ac:chgData name="Jorge Galan Rodriguez" userId="766a5564-76aa-4a02-bdfc-63467ba1f3aa" providerId="ADAL" clId="{E995ECCF-37DC-4567-90E7-AFD7F096F76F}" dt="2024-12-18T14:16:20.192" v="1662" actId="1076"/>
          <ac:picMkLst>
            <pc:docMk/>
            <pc:sldMk cId="3245803392" sldId="264"/>
            <ac:picMk id="4" creationId="{31C934A2-CB9B-2C32-8680-B7D20DF50100}"/>
          </ac:picMkLst>
        </pc:picChg>
        <pc:picChg chg="add">
          <ac:chgData name="Jorge Galan Rodriguez" userId="766a5564-76aa-4a02-bdfc-63467ba1f3aa" providerId="ADAL" clId="{E995ECCF-37DC-4567-90E7-AFD7F096F76F}" dt="2024-12-18T14:14:00.932" v="1656" actId="26606"/>
          <ac:picMkLst>
            <pc:docMk/>
            <pc:sldMk cId="3245803392" sldId="264"/>
            <ac:picMk id="11" creationId="{CD8CCB43-545E-4064-8BB8-5C492D0F5F57}"/>
          </ac:picMkLst>
        </pc:picChg>
      </pc:sldChg>
      <pc:sldChg chg="addSp delSp modSp add mod">
        <pc:chgData name="Jorge Galan Rodriguez" userId="766a5564-76aa-4a02-bdfc-63467ba1f3aa" providerId="ADAL" clId="{E995ECCF-37DC-4567-90E7-AFD7F096F76F}" dt="2024-12-18T14:10:27.496" v="1640" actId="20577"/>
        <pc:sldMkLst>
          <pc:docMk/>
          <pc:sldMk cId="1878374002" sldId="265"/>
        </pc:sldMkLst>
        <pc:spChg chg="mod">
          <ac:chgData name="Jorge Galan Rodriguez" userId="766a5564-76aa-4a02-bdfc-63467ba1f3aa" providerId="ADAL" clId="{E995ECCF-37DC-4567-90E7-AFD7F096F76F}" dt="2024-12-18T14:10:27.496" v="1640" actId="20577"/>
          <ac:spMkLst>
            <pc:docMk/>
            <pc:sldMk cId="1878374002" sldId="265"/>
            <ac:spMk id="3" creationId="{6F33FA78-9F91-329B-2C65-702682FCB48C}"/>
          </ac:spMkLst>
        </pc:spChg>
        <pc:picChg chg="del">
          <ac:chgData name="Jorge Galan Rodriguez" userId="766a5564-76aa-4a02-bdfc-63467ba1f3aa" providerId="ADAL" clId="{E995ECCF-37DC-4567-90E7-AFD7F096F76F}" dt="2024-12-18T14:10:06.658" v="1605" actId="478"/>
          <ac:picMkLst>
            <pc:docMk/>
            <pc:sldMk cId="1878374002" sldId="265"/>
            <ac:picMk id="4" creationId="{9F75CB02-890A-6D34-8ABD-061462261AA5}"/>
          </ac:picMkLst>
        </pc:picChg>
        <pc:picChg chg="add mod">
          <ac:chgData name="Jorge Galan Rodriguez" userId="766a5564-76aa-4a02-bdfc-63467ba1f3aa" providerId="ADAL" clId="{E995ECCF-37DC-4567-90E7-AFD7F096F76F}" dt="2024-12-18T14:10:09.875" v="1606" actId="1076"/>
          <ac:picMkLst>
            <pc:docMk/>
            <pc:sldMk cId="1878374002" sldId="265"/>
            <ac:picMk id="5" creationId="{70772EE0-8655-4B7E-0BD2-16F56CCBA93F}"/>
          </ac:picMkLst>
        </pc:picChg>
      </pc:sldChg>
      <pc:sldChg chg="add del">
        <pc:chgData name="Jorge Galan Rodriguez" userId="766a5564-76aa-4a02-bdfc-63467ba1f3aa" providerId="ADAL" clId="{E995ECCF-37DC-4567-90E7-AFD7F096F76F}" dt="2024-12-18T14:09:44.102" v="1602" actId="2890"/>
        <pc:sldMkLst>
          <pc:docMk/>
          <pc:sldMk cId="2248605685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811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475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3666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4002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413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93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2817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810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39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834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0217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5522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0648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6505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7696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11667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6435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9297A-1037-4E03-B180-4F0041571C28}" type="datetimeFigureOut">
              <a:rPr lang="es-ES" smtClean="0"/>
              <a:t>18/12/2024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19478-B9F4-479C-9524-224EDC41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14534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1F8DECA-633C-4756-D459-F47E17AB4F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397" b="1201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FF2B0E5-EF35-4E53-AFC7-6A8D111CA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237173"/>
            <a:ext cx="9448800" cy="2602062"/>
          </a:xfrm>
        </p:spPr>
        <p:txBody>
          <a:bodyPr>
            <a:normAutofit/>
          </a:bodyPr>
          <a:lstStyle/>
          <a:p>
            <a:r>
              <a:rPr lang="es-ES" sz="4000" dirty="0"/>
              <a:t>ANÁLISIS ENERGIA (SERIE TEMPORAL)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FAB568-D9F7-DA65-A5A0-401DCB554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842935"/>
            <a:ext cx="9448800" cy="68580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s-ES" dirty="0"/>
              <a:t>Miguel Ángel Lozoya Blázquez</a:t>
            </a:r>
          </a:p>
          <a:p>
            <a:pPr algn="r"/>
            <a:r>
              <a:rPr lang="es-ES" dirty="0"/>
              <a:t>Jorge Galán Rodríguez</a:t>
            </a:r>
          </a:p>
        </p:txBody>
      </p:sp>
    </p:spTree>
    <p:extLst>
      <p:ext uri="{BB962C8B-B14F-4D97-AF65-F5344CB8AC3E}">
        <p14:creationId xmlns:p14="http://schemas.microsoft.com/office/powerpoint/2010/main" val="2584109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5F2D5-EBD0-2348-217D-2F6A0DE9C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ES" dirty="0"/>
              <a:t>procedimientos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504C29-62AF-0416-50C9-397F88C0A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Preparación de los datos: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Revisión de formato de los datos y comprobación de valores nulos o vacíos.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Convertimos la columna a “</a:t>
            </a:r>
            <a:r>
              <a:rPr lang="es-ES" dirty="0" err="1"/>
              <a:t>Datetime</a:t>
            </a:r>
            <a:r>
              <a:rPr lang="es-ES" dirty="0"/>
              <a:t>” y la transformamos en índice.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Ordenación de los datos por el índice.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Revisamos los duplicados, encontrando 2 duplicados debido al cambio horario y los hemos eliminado.</a:t>
            </a:r>
          </a:p>
          <a:p>
            <a:pPr marL="914400" lvl="1" indent="-457200">
              <a:buFont typeface="+mj-lt"/>
              <a:buAutoNum type="arabicPeriod"/>
            </a:pPr>
            <a:endParaRPr lang="es-ES" dirty="0"/>
          </a:p>
          <a:p>
            <a:pPr marL="914400" lvl="1" indent="-457200">
              <a:buFont typeface="+mj-lt"/>
              <a:buAutoNum type="arabicPeriod"/>
            </a:pPr>
            <a:endParaRPr lang="es-ES" dirty="0"/>
          </a:p>
          <a:p>
            <a:pPr marL="914400" lvl="1" indent="-457200">
              <a:buFont typeface="+mj-lt"/>
              <a:buAutoNum type="arabicPeriod"/>
            </a:pPr>
            <a:endParaRPr lang="es-ES" dirty="0"/>
          </a:p>
          <a:p>
            <a:pPr marL="914400" lvl="1" indent="-457200">
              <a:buFont typeface="+mj-lt"/>
              <a:buAutoNum type="arabicPeriod"/>
            </a:pPr>
            <a:endParaRPr lang="es-ES" dirty="0"/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Búsqueda fechas faltantes, hemos creado un  índice nuevo desde la primera fecha hasta la última y comparamos. Nos dio 28 valores faltantes que vienen dados por los cambios de hora, por lo que los añadimos al conjunto original, interpolando datos.</a:t>
            </a:r>
          </a:p>
          <a:p>
            <a:pPr marL="914400" lvl="1" indent="-457200">
              <a:buFont typeface="+mj-lt"/>
              <a:buAutoNum type="arabicPeriod"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8B9531-9369-0CE5-AB07-C3ADACF1F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153" y="4005958"/>
            <a:ext cx="2467319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8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B6059-2489-B486-5111-0462E3545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9FCEE-AC90-0E9C-2FBE-B5890328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ES" dirty="0"/>
              <a:t>procedimientos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12A7CC-89C7-4A44-0994-A6096FB76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s-ES" dirty="0"/>
              <a:t>Validación estacionalidad con el ADF.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Valor estadístico ADF negativo, significa que posiblemente es estacional.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P-valor cercano a 0. Confirma que es estacional.</a:t>
            </a:r>
          </a:p>
        </p:txBody>
      </p:sp>
      <p:pic>
        <p:nvPicPr>
          <p:cNvPr id="4" name="Imagen 3" descr="Gráfico&#10;&#10;Descripción generada automáticamente">
            <a:extLst>
              <a:ext uri="{FF2B5EF4-FFF2-40B4-BE49-F238E27FC236}">
                <a16:creationId xmlns:a16="http://schemas.microsoft.com/office/drawing/2014/main" id="{29D1B2E5-A079-34D1-A3A6-0919895DD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11" y="3429000"/>
            <a:ext cx="6097905" cy="2221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617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340C8E-62E6-5DFE-14B5-DFC41E2B0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9445F7A-C24F-AE27-46AD-72C522CE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687417" cy="1920372"/>
          </a:xfrm>
        </p:spPr>
        <p:txBody>
          <a:bodyPr>
            <a:normAutofit/>
          </a:bodyPr>
          <a:lstStyle/>
          <a:p>
            <a:pPr algn="l"/>
            <a:r>
              <a:rPr lang="es-ES" sz="3100">
                <a:solidFill>
                  <a:schemeClr val="bg1"/>
                </a:solidFill>
              </a:rPr>
              <a:t>procedimientos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84B6EB-E738-3002-0936-8699F94CB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21774"/>
            <a:ext cx="3687417" cy="31483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s-ES" sz="1600" dirty="0">
                <a:solidFill>
                  <a:schemeClr val="bg1"/>
                </a:solidFill>
              </a:rPr>
              <a:t>Modelos probados: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 dirty="0">
                <a:solidFill>
                  <a:schemeClr val="bg1"/>
                </a:solidFill>
              </a:rPr>
              <a:t>Descomposición aditiva.</a:t>
            </a:r>
          </a:p>
        </p:txBody>
      </p:sp>
      <p:pic>
        <p:nvPicPr>
          <p:cNvPr id="4" name="Imagen 3" descr="Gráfico&#10;&#10;Descripción generada automáticamente con confianza media">
            <a:extLst>
              <a:ext uri="{FF2B5EF4-FFF2-40B4-BE49-F238E27FC236}">
                <a16:creationId xmlns:a16="http://schemas.microsoft.com/office/drawing/2014/main" id="{3D0B8586-9FD3-6196-D6DB-1B67F821CF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9475" y="1085940"/>
            <a:ext cx="6269058" cy="46861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56223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CE4A1-36E0-9087-E87A-245F0708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1FDFF85F-F105-40D5-9793-90419158C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AB47A4-BA8C-4250-88BD-D49C68C5F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C8958D-EB99-414F-B735-863B67BB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AE6CB36-969A-A46E-77BC-CDD21C1E6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687417" cy="1920372"/>
          </a:xfrm>
        </p:spPr>
        <p:txBody>
          <a:bodyPr>
            <a:normAutofit/>
          </a:bodyPr>
          <a:lstStyle/>
          <a:p>
            <a:pPr algn="l"/>
            <a:r>
              <a:rPr lang="es-ES" sz="3100">
                <a:solidFill>
                  <a:schemeClr val="bg1"/>
                </a:solidFill>
              </a:rPr>
              <a:t>procedimientos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E5F3CB-7BDD-4E64-B274-CD900F08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AFEBB4-D8A9-B8FA-431D-92517206B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21774"/>
            <a:ext cx="3687417" cy="31483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s-ES" sz="1600">
                <a:solidFill>
                  <a:schemeClr val="bg1"/>
                </a:solidFill>
              </a:rPr>
              <a:t>Modelos probados: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s-ES" sz="1600">
                <a:solidFill>
                  <a:schemeClr val="bg1"/>
                </a:solidFill>
              </a:rPr>
              <a:t>Red neuronal LSTM</a:t>
            </a:r>
          </a:p>
        </p:txBody>
      </p:sp>
      <p:pic>
        <p:nvPicPr>
          <p:cNvPr id="4" name="Imagen 3" descr="Interfaz de usuario gráfica, Gráfico&#10;&#10;Descripción generada automáticamente">
            <a:extLst>
              <a:ext uri="{FF2B5EF4-FFF2-40B4-BE49-F238E27FC236}">
                <a16:creationId xmlns:a16="http://schemas.microsoft.com/office/drawing/2014/main" id="{02CCB6A7-7A86-8FA3-F743-1344E2A6E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037" y="643467"/>
            <a:ext cx="540393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41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70BFC-2C2A-4B59-E4B1-4E8175CAD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42523CD0-A37A-1092-FDF0-60D707ED7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71B396-9B88-3DD1-39D5-550302F71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3E2184-AD73-5B77-8AB4-5828E50AE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1AE39BA-7F03-67C2-C7C7-24F31E747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687417" cy="1920372"/>
          </a:xfrm>
        </p:spPr>
        <p:txBody>
          <a:bodyPr>
            <a:normAutofit/>
          </a:bodyPr>
          <a:lstStyle/>
          <a:p>
            <a:pPr algn="l"/>
            <a:r>
              <a:rPr lang="es-ES" sz="3100">
                <a:solidFill>
                  <a:schemeClr val="bg1"/>
                </a:solidFill>
              </a:rPr>
              <a:t>procedimientos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A107B9-B673-9682-AC34-48578059D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33FA78-9F91-329B-2C65-702682FCB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21774"/>
            <a:ext cx="3687417" cy="314832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s-ES" sz="1600" dirty="0">
                <a:solidFill>
                  <a:schemeClr val="bg1"/>
                </a:solidFill>
              </a:rPr>
              <a:t>Modelos probados: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s-ES" sz="1600" dirty="0">
                <a:solidFill>
                  <a:schemeClr val="bg1"/>
                </a:solidFill>
              </a:rPr>
              <a:t>Red neuronal LSTM (tras ajustar parámetros)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772EE0-8655-4B7E-0BD2-16F56CCBA9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262" y="762000"/>
            <a:ext cx="540067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74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D2EFC-D4FF-3B40-BDB7-7B4D9681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E6C8D-54DB-3235-6412-F0DED362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ES" dirty="0"/>
              <a:t>procedimientos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064E8F-941E-8B18-896B-6B869A861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s-ES" dirty="0"/>
              <a:t>Modelos probados: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s-ES" dirty="0" err="1"/>
              <a:t>Prophet</a:t>
            </a:r>
            <a:endParaRPr lang="es-ES" dirty="0"/>
          </a:p>
          <a:p>
            <a:pPr marL="457200" lvl="1" indent="0">
              <a:buNone/>
            </a:pPr>
            <a:endParaRPr lang="es-ES" dirty="0"/>
          </a:p>
        </p:txBody>
      </p:sp>
      <p:pic>
        <p:nvPicPr>
          <p:cNvPr id="5" name="Imagen 4" descr="Gráfico&#10;&#10;Descripción generada automáticamente">
            <a:extLst>
              <a:ext uri="{FF2B5EF4-FFF2-40B4-BE49-F238E27FC236}">
                <a16:creationId xmlns:a16="http://schemas.microsoft.com/office/drawing/2014/main" id="{E7E5BBAC-6C8C-B021-1A2C-FC33AEF7C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795" y="2545463"/>
            <a:ext cx="6161405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B1C4EA5-9899-23CD-95DC-60C60F3AD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" y="3334895"/>
            <a:ext cx="2931160" cy="52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86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B26CA-33EA-243C-5207-B6C4AC95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FFF8D3-2EF3-4286-935A-D01BE3C85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8CCB43-545E-4064-8BB8-5C492D0F5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9B05303-28AE-D4FF-112B-9EDEEADF9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306744" cy="1293028"/>
          </a:xfrm>
        </p:spPr>
        <p:txBody>
          <a:bodyPr>
            <a:normAutofit/>
          </a:bodyPr>
          <a:lstStyle/>
          <a:p>
            <a:r>
              <a:rPr lang="es-ES" sz="2700">
                <a:solidFill>
                  <a:schemeClr val="bg1"/>
                </a:solidFill>
              </a:rPr>
              <a:t>procedimientos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8B8F71-5F07-EDA4-DA4B-3D5E15145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94560"/>
            <a:ext cx="3306742" cy="402412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s-ES" sz="1600" dirty="0">
                <a:solidFill>
                  <a:schemeClr val="bg1"/>
                </a:solidFill>
              </a:rPr>
              <a:t>Modelos probados: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s-ES" sz="1600" dirty="0" err="1">
                <a:solidFill>
                  <a:schemeClr val="bg1"/>
                </a:solidFill>
              </a:rPr>
              <a:t>XGBoost</a:t>
            </a:r>
            <a:endParaRPr lang="es-ES" sz="1600" dirty="0">
              <a:solidFill>
                <a:schemeClr val="bg1"/>
              </a:solidFill>
            </a:endParaRPr>
          </a:p>
        </p:txBody>
      </p:sp>
      <p:sp useBgFill="1">
        <p:nvSpPr>
          <p:cNvPr id="13" name="Rounded Rectangle 14">
            <a:extLst>
              <a:ext uri="{FF2B5EF4-FFF2-40B4-BE49-F238E27FC236}">
                <a16:creationId xmlns:a16="http://schemas.microsoft.com/office/drawing/2014/main" id="{E6C57836-126B-4938-8C7A-3C3BCB59D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1066164"/>
            <a:ext cx="6765949" cy="5148371"/>
          </a:xfrm>
          <a:prstGeom prst="roundRect">
            <a:avLst>
              <a:gd name="adj" fmla="val 2403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A2C2EC-A2E4-D5CB-0171-4B374C1D4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339" y="2414892"/>
            <a:ext cx="6127287" cy="245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38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8DED7-29F7-0F2E-A219-CEB5358B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FFF8D3-2EF3-4286-935A-D01BE3C85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8CCB43-545E-4064-8BB8-5C492D0F5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7A4A2D2-367F-7B2F-819B-93E45D157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3306744" cy="1293028"/>
          </a:xfrm>
        </p:spPr>
        <p:txBody>
          <a:bodyPr>
            <a:normAutofit/>
          </a:bodyPr>
          <a:lstStyle/>
          <a:p>
            <a:r>
              <a:rPr lang="es-ES" sz="2700">
                <a:solidFill>
                  <a:schemeClr val="bg1"/>
                </a:solidFill>
              </a:rPr>
              <a:t>procedimientos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7F5FD4-EBA5-6C8B-EBBA-E1598C82C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94560"/>
            <a:ext cx="3306742" cy="402412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s-ES" sz="1600" dirty="0">
                <a:solidFill>
                  <a:schemeClr val="bg1"/>
                </a:solidFill>
              </a:rPr>
              <a:t>Modelos probados:</a:t>
            </a:r>
          </a:p>
          <a:p>
            <a:pPr marL="914400" lvl="1" indent="-457200">
              <a:buFont typeface="+mj-lt"/>
              <a:buAutoNum type="arabicPeriod" startAt="5"/>
            </a:pPr>
            <a:r>
              <a:rPr lang="es-ES" sz="1600" dirty="0" err="1">
                <a:solidFill>
                  <a:schemeClr val="bg1"/>
                </a:solidFill>
              </a:rPr>
              <a:t>CatBoost</a:t>
            </a:r>
            <a:endParaRPr lang="es-ES" sz="1600" dirty="0">
              <a:solidFill>
                <a:schemeClr val="bg1"/>
              </a:solidFill>
            </a:endParaRPr>
          </a:p>
        </p:txBody>
      </p:sp>
      <p:sp useBgFill="1">
        <p:nvSpPr>
          <p:cNvPr id="13" name="Rounded Rectangle 14">
            <a:extLst>
              <a:ext uri="{FF2B5EF4-FFF2-40B4-BE49-F238E27FC236}">
                <a16:creationId xmlns:a16="http://schemas.microsoft.com/office/drawing/2014/main" id="{E6C57836-126B-4938-8C7A-3C3BCB59D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1066164"/>
            <a:ext cx="6765949" cy="5148371"/>
          </a:xfrm>
          <a:prstGeom prst="roundRect">
            <a:avLst>
              <a:gd name="adj" fmla="val 2403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C934A2-CB9B-2C32-8680-B7D20DF50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338" y="2414891"/>
            <a:ext cx="6127287" cy="245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03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24477-DA9D-C41E-CC28-54D1A1A87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s-ES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6EE8F6-AF98-E94E-F721-CC66CDABA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Hemos descartado el uso de ETS y SARIMA porque eran muy pesados y no teníamos capacidad computacional para ejecutarlos.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Tras probar los modelos comentados anteriormente, los 2 modelos definitivos que utilizaríamos sería el 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el </a:t>
            </a:r>
            <a:r>
              <a:rPr lang="es-E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CATBoost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porque son los que han dado mejores resultados. </a:t>
            </a:r>
          </a:p>
          <a:p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 no nos importase la capacidad computacional y con mayores tiempos de implementación y procesamiento, utilizaríamos el </a:t>
            </a:r>
            <a:r>
              <a:rPr lang="es-E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XGBoost</a:t>
            </a: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pero si queremos algo más ligero y rápido utilizaremos el modelo </a:t>
            </a:r>
            <a:r>
              <a:rPr lang="es-E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CATBoost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3176026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Override1.xml><?xml version="1.0" encoding="utf-8"?>
<a:themeOverride xmlns:a="http://schemas.openxmlformats.org/drawingml/2006/main">
  <a:clrScheme name="Estela de condensación">
    <a:dk1>
      <a:sysClr val="windowText" lastClr="000000"/>
    </a:dk1>
    <a:lt1>
      <a:sysClr val="window" lastClr="FFFFFF"/>
    </a:lt1>
    <a:dk2>
      <a:srgbClr val="454545"/>
    </a:dk2>
    <a:lt2>
      <a:srgbClr val="DADADA"/>
    </a:lt2>
    <a:accent1>
      <a:srgbClr val="DF2E28"/>
    </a:accent1>
    <a:accent2>
      <a:srgbClr val="FE801A"/>
    </a:accent2>
    <a:accent3>
      <a:srgbClr val="E9BF35"/>
    </a:accent3>
    <a:accent4>
      <a:srgbClr val="81BB42"/>
    </a:accent4>
    <a:accent5>
      <a:srgbClr val="32C7A9"/>
    </a:accent5>
    <a:accent6>
      <a:srgbClr val="4A9BDC"/>
    </a:accent6>
    <a:hlink>
      <a:srgbClr val="F0532B"/>
    </a:hlink>
    <a:folHlink>
      <a:srgbClr val="F38B5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265</Words>
  <Application>Microsoft Office PowerPoint</Application>
  <PresentationFormat>Panorámica</PresentationFormat>
  <Paragraphs>40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Century Gothic</vt:lpstr>
      <vt:lpstr>Estela de condensación</vt:lpstr>
      <vt:lpstr>ANÁLISIS ENERGIA (SERIE TEMPORAL)</vt:lpstr>
      <vt:lpstr>procedimientos</vt:lpstr>
      <vt:lpstr>procedimientos</vt:lpstr>
      <vt:lpstr>procedimientos</vt:lpstr>
      <vt:lpstr>procedimientos</vt:lpstr>
      <vt:lpstr>procedimientos</vt:lpstr>
      <vt:lpstr>procedimientos</vt:lpstr>
      <vt:lpstr>procedimientos</vt:lpstr>
      <vt:lpstr>procedimientos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Galan Rodriguez</dc:creator>
  <cp:lastModifiedBy>Jorge Galan Rodriguez</cp:lastModifiedBy>
  <cp:revision>1</cp:revision>
  <dcterms:created xsi:type="dcterms:W3CDTF">2024-12-17T13:54:50Z</dcterms:created>
  <dcterms:modified xsi:type="dcterms:W3CDTF">2024-12-18T14:17:39Z</dcterms:modified>
</cp:coreProperties>
</file>